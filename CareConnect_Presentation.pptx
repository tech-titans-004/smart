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9-18T20:45:33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7338 13194 0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3826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72676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64698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3004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5064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83443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2914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58462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48787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3674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8333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9297458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31990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28740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39898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46703"/>
      </p:ext>
    </p:extLst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62569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7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cover/>
  </p:transition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516" y="1844409"/>
            <a:ext cx="6620968" cy="1602657"/>
          </a:xfrm>
        </p:spPr>
        <p:txBody>
          <a:bodyPr/>
          <a:lstStyle/>
          <a:p>
            <a:r>
              <a:rPr dirty="0"/>
              <a:t>CareConnect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16" y="3888420"/>
            <a:ext cx="6620968" cy="861420"/>
          </a:xfrm>
        </p:spPr>
        <p:txBody>
          <a:bodyPr/>
          <a:lstStyle/>
          <a:p>
            <a:r>
              <a:rPr dirty="0"/>
              <a:t>National Health Portal - Hackathon Project</a:t>
            </a:r>
          </a:p>
          <a:p>
            <a:r>
              <a:rPr dirty="0"/>
              <a:t>Front-end, Back-end &amp; Features Overview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F61269-2A89-41BA-5515-F9BEA93C9C79}"/>
                  </a:ext>
                </a:extLst>
              </p14:cNvPr>
              <p14:cNvContentPartPr/>
              <p14:nvPr/>
            </p14:nvContentPartPr>
            <p14:xfrm>
              <a:off x="2641680" y="474984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F61269-2A89-41BA-5515-F9BEA93C9C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2320" y="47404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059522" cy="1400530"/>
          </a:xfrm>
        </p:spPr>
        <p:txBody>
          <a:bodyPr/>
          <a:lstStyle/>
          <a:p>
            <a:r>
              <a:rPr dirty="0"/>
              <a:t>Project Overview: CareConnect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unified healthcare portal designed to connect patients and doctors.</a:t>
            </a:r>
          </a:p>
          <a:p>
            <a:pPr lvl="1"/>
            <a:r>
              <a:rPr dirty="0"/>
              <a:t>Built as a standalone Windows Executable (.exe) for easy distribution.</a:t>
            </a:r>
          </a:p>
          <a:p>
            <a:pPr lvl="1"/>
            <a:r>
              <a:rPr dirty="0"/>
              <a:t>Secure SQLite Database mapping roles (Users, Patients, Doctors).</a:t>
            </a:r>
          </a:p>
          <a:p>
            <a:pPr lvl="1"/>
            <a:r>
              <a:rPr dirty="0"/>
              <a:t>Responsive, modern UI using Tailwind CSS.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HTML5, JavaScript (Vanilla), Tailwind CSS.</a:t>
            </a:r>
          </a:p>
          <a:p>
            <a:pPr lvl="1"/>
            <a:r>
              <a:t>Single Page Application (SPA) feel: JavaScript manages state and view transitions without reloading.</a:t>
            </a:r>
          </a:p>
          <a:p>
            <a:pPr lvl="1"/>
            <a:r>
              <a:t>Dynamic Data Binding: Fetches REST APIs and dynamically renders lists, forms, and chat UI.</a:t>
            </a:r>
          </a:p>
          <a:p>
            <a:pPr lvl="1"/>
            <a:r>
              <a:t>Local Storage: Securely caches JWT tokens and user metadata.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Python, Flask, SQLite.</a:t>
            </a:r>
          </a:p>
          <a:p>
            <a:pPr lvl="1"/>
            <a:r>
              <a:t>RESTful APIs: Handles Authentication, Profiles, Chat, Appointments, Referrals, and AI Triage.</a:t>
            </a:r>
          </a:p>
          <a:p>
            <a:pPr lvl="1"/>
            <a:r>
              <a:t>Authentication: JWT (JSON Web Tokens) for stateless, secure route protection.</a:t>
            </a:r>
          </a:p>
          <a:p>
            <a:pPr lvl="1"/>
            <a:r>
              <a:t>Database Schema: Relational design separating generic Users from Patient-specific and Doctor-specific metadata.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Authentication System</a:t>
            </a:r>
          </a:p>
          <a:p>
            <a:pPr lvl="1"/>
            <a:r>
              <a:t>Email/Password Login and Registration</a:t>
            </a:r>
          </a:p>
          <a:p>
            <a:pPr lvl="1"/>
            <a:r>
              <a:t>Mock Google OAuth Flow (One-click seamless login)</a:t>
            </a:r>
          </a:p>
          <a:p>
            <a:r>
              <a:t>2. Role-Based Dashboards</a:t>
            </a:r>
          </a:p>
          <a:p>
            <a:pPr lvl="1"/>
            <a:r>
              <a:t>Tailored views for Patients and Doctors</a:t>
            </a:r>
          </a:p>
          <a:p>
            <a:r>
              <a:t>3. Real-Time Chat &amp; File Sharing</a:t>
            </a:r>
          </a:p>
          <a:p>
            <a:pPr lvl="1"/>
            <a:r>
              <a:t>Patient-Doctor communication channel</a:t>
            </a:r>
          </a:p>
          <a:p>
            <a:pPr lvl="1"/>
            <a:r>
              <a:t>Supports uploading photos/documents (.jpg, .png, etc.)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Healthcare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4. Smart Appointments &amp; Referrals</a:t>
            </a:r>
          </a:p>
          <a:p>
            <a:pPr lvl="1"/>
            <a:r>
              <a:rPr sz="2000" dirty="0"/>
              <a:t>Dropdown user-selection mapping IDs automatically</a:t>
            </a:r>
          </a:p>
          <a:p>
            <a:pPr lvl="1"/>
            <a:r>
              <a:rPr sz="2000" dirty="0"/>
              <a:t>Cross-referencing: Doctors can view the prescriptions and referrals they created.</a:t>
            </a:r>
          </a:p>
          <a:p>
            <a:r>
              <a:rPr dirty="0"/>
              <a:t>5. Intelligent AI Medical Assistant</a:t>
            </a:r>
          </a:p>
          <a:p>
            <a:pPr lvl="1"/>
            <a:r>
              <a:rPr sz="2000" dirty="0"/>
              <a:t>Available to both Patients (Triage) and Doctors (Clinical Guidelines)</a:t>
            </a:r>
          </a:p>
          <a:p>
            <a:pPr lvl="1"/>
            <a:r>
              <a:rPr sz="2000" dirty="0"/>
              <a:t>Keyword-based NLP simulation classifying urgency and department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UX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578881" cy="4195481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Dynamic Profile Pictures: Upload and display avatars.</a:t>
            </a:r>
          </a:p>
          <a:p>
            <a:pPr lvl="1" algn="just"/>
            <a:r>
              <a:rPr sz="2800" dirty="0"/>
              <a:t>Smooth Error Handling: In-place database schema migrations (e.g. ALTER TABLE) to prevent crashes.</a:t>
            </a:r>
          </a:p>
          <a:p>
            <a:pPr lvl="1" algn="just"/>
            <a:r>
              <a:rPr sz="2800" dirty="0"/>
              <a:t>Packaged Execution: </a:t>
            </a:r>
            <a:r>
              <a:rPr sz="2800" dirty="0" err="1"/>
              <a:t>PyInstaller</a:t>
            </a:r>
            <a:r>
              <a:rPr sz="2800" dirty="0"/>
              <a:t> ensures all assets (HTML/CSS) are bundled securely into one executable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553E-44A5-6C4D-5A4A-835A7AD2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206477"/>
            <a:ext cx="6995797" cy="1160207"/>
          </a:xfrm>
        </p:spPr>
        <p:txBody>
          <a:bodyPr/>
          <a:lstStyle/>
          <a:p>
            <a:r>
              <a:rPr lang="en-IN" dirty="0"/>
              <a:t>Why Our Solution Is Different From Others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18EEC-A40F-C1DF-4CF5-438C965E2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1" y="1691148"/>
            <a:ext cx="8672052" cy="3946633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3000" i="1" dirty="0">
                <a:solidFill>
                  <a:schemeClr val="tx1"/>
                </a:solidFill>
              </a:rPr>
              <a:t>While others built websites that require servers and setups, we built a fully contained Health Ecosystem that runs instantly from a single executable file, with AI designed to assist both the patient AND the physician."</a:t>
            </a:r>
            <a:endParaRPr lang="en-IN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180781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381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Ion</vt:lpstr>
      <vt:lpstr>CareConnect</vt:lpstr>
      <vt:lpstr>Project Overview: CareConnect</vt:lpstr>
      <vt:lpstr>Front-End Architecture</vt:lpstr>
      <vt:lpstr>Back-End Architecture</vt:lpstr>
      <vt:lpstr>Key Features Implemented</vt:lpstr>
      <vt:lpstr>Advanced Healthcare Workflows</vt:lpstr>
      <vt:lpstr>Continuous UX Enhancements</vt:lpstr>
      <vt:lpstr>Why Our Solution Is Different From Others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Jiya Patel</cp:lastModifiedBy>
  <cp:revision>2</cp:revision>
  <dcterms:created xsi:type="dcterms:W3CDTF">2013-01-27T09:14:16Z</dcterms:created>
  <dcterms:modified xsi:type="dcterms:W3CDTF">2026-09-18T20:49:40Z</dcterms:modified>
  <cp:category/>
</cp:coreProperties>
</file>